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6" r:id="rId9"/>
    <p:sldId id="267" r:id="rId10"/>
    <p:sldId id="262" r:id="rId11"/>
    <p:sldId id="263" r:id="rId12"/>
    <p:sldId id="264" r:id="rId13"/>
    <p:sldId id="265" r:id="rId14"/>
    <p:sldId id="270" r:id="rId15"/>
    <p:sldId id="271" r:id="rId16"/>
  </p:sldIdLst>
  <p:sldSz cx="18288000" cy="10287000"/>
  <p:notesSz cx="6858000" cy="9144000"/>
  <p:embeddedFontLst>
    <p:embeddedFont>
      <p:font typeface="Algerian" panose="04020705040A02060702" pitchFamily="82" charset="0"/>
      <p:regular r:id="rId17"/>
    </p:embeddedFont>
    <p:embeddedFont>
      <p:font typeface="Anantason Bold" panose="020B0604020202020204" charset="-34"/>
      <p:regular r:id="rId18"/>
    </p:embeddedFont>
    <p:embeddedFont>
      <p:font typeface="Clou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686" y="18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 Boopathy" userId="39191368d1a284b4" providerId="LiveId" clId="{BE86BC1A-481E-4CB2-9544-D850892D99AF}"/>
    <pc:docChg chg="undo custSel addSld delSld modSld sldOrd">
      <pc:chgData name="Nithya Boopathy" userId="39191368d1a284b4" providerId="LiveId" clId="{BE86BC1A-481E-4CB2-9544-D850892D99AF}" dt="2026-01-30T18:46:34.182" v="2984" actId="14100"/>
      <pc:docMkLst>
        <pc:docMk/>
      </pc:docMkLst>
      <pc:sldChg chg="modSp mod">
        <pc:chgData name="Nithya Boopathy" userId="39191368d1a284b4" providerId="LiveId" clId="{BE86BC1A-481E-4CB2-9544-D850892D99AF}" dt="2026-01-30T13:48:45.573" v="1796" actId="20577"/>
        <pc:sldMkLst>
          <pc:docMk/>
          <pc:sldMk cId="0" sldId="258"/>
        </pc:sldMkLst>
        <pc:spChg chg="mod">
          <ac:chgData name="Nithya Boopathy" userId="39191368d1a284b4" providerId="LiveId" clId="{BE86BC1A-481E-4CB2-9544-D850892D99AF}" dt="2026-01-26T18:44:17.548" v="5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0:57:33.878" v="1425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1:07:14.973" v="1432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3:48:45.573" v="1796" actId="20577"/>
          <ac:spMkLst>
            <pc:docMk/>
            <pc:sldMk cId="0" sldId="258"/>
            <ac:spMk id="18" creationId="{DDFFA55A-CB0E-F30A-C04C-2D7ACA0C2C09}"/>
          </ac:spMkLst>
        </pc:spChg>
        <pc:picChg chg="mod">
          <ac:chgData name="Nithya Boopathy" userId="39191368d1a284b4" providerId="LiveId" clId="{BE86BC1A-481E-4CB2-9544-D850892D99AF}" dt="2026-01-26T18:44:08.144" v="57" actId="1076"/>
          <ac:picMkLst>
            <pc:docMk/>
            <pc:sldMk cId="0" sldId="258"/>
            <ac:picMk id="17" creationId="{F7C4DD51-0741-5B01-E00C-EB485C1D7B4B}"/>
          </ac:picMkLst>
        </pc:picChg>
      </pc:sldChg>
      <pc:sldChg chg="addSp delSp modSp mod">
        <pc:chgData name="Nithya Boopathy" userId="39191368d1a284b4" providerId="LiveId" clId="{BE86BC1A-481E-4CB2-9544-D850892D99AF}" dt="2026-01-27T11:46:18.854" v="542" actId="1076"/>
        <pc:sldMkLst>
          <pc:docMk/>
          <pc:sldMk cId="0" sldId="259"/>
        </pc:sldMkLst>
        <pc:spChg chg="mod">
          <ac:chgData name="Nithya Boopathy" userId="39191368d1a284b4" providerId="LiveId" clId="{BE86BC1A-481E-4CB2-9544-D850892D99AF}" dt="2026-01-26T18:39:38.213" v="4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Nithya Boopathy" userId="39191368d1a284b4" providerId="LiveId" clId="{BE86BC1A-481E-4CB2-9544-D850892D99AF}" dt="2026-01-27T11:46:18.854" v="54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ithya Boopathy" userId="39191368d1a284b4" providerId="LiveId" clId="{BE86BC1A-481E-4CB2-9544-D850892D99AF}" dt="2026-01-26T18:39:43.111" v="6"/>
          <ac:spMkLst>
            <pc:docMk/>
            <pc:sldMk cId="0" sldId="259"/>
            <ac:spMk id="11" creationId="{C1E048D9-62AA-6C29-65DA-B90EF556E45F}"/>
          </ac:spMkLst>
        </pc:spChg>
        <pc:spChg chg="mod">
          <ac:chgData name="Nithya Boopathy" userId="39191368d1a284b4" providerId="LiveId" clId="{BE86BC1A-481E-4CB2-9544-D850892D99AF}" dt="2026-01-26T18:39:43.111" v="6"/>
          <ac:spMkLst>
            <pc:docMk/>
            <pc:sldMk cId="0" sldId="259"/>
            <ac:spMk id="12" creationId="{6DEFE159-4F02-8D7E-388D-5321341EA250}"/>
          </ac:spMkLst>
        </pc:spChg>
        <pc:spChg chg="mod">
          <ac:chgData name="Nithya Boopathy" userId="39191368d1a284b4" providerId="LiveId" clId="{BE86BC1A-481E-4CB2-9544-D850892D99AF}" dt="2026-01-26T18:39:43.111" v="6"/>
          <ac:spMkLst>
            <pc:docMk/>
            <pc:sldMk cId="0" sldId="259"/>
            <ac:spMk id="13" creationId="{CD73BFD0-2AFC-2787-F95F-BB16B2B24F09}"/>
          </ac:spMkLst>
        </pc:spChg>
        <pc:grpChg chg="add mod">
          <ac:chgData name="Nithya Boopathy" userId="39191368d1a284b4" providerId="LiveId" clId="{BE86BC1A-481E-4CB2-9544-D850892D99AF}" dt="2026-01-26T18:41:57.447" v="28" actId="14100"/>
          <ac:grpSpMkLst>
            <pc:docMk/>
            <pc:sldMk cId="0" sldId="259"/>
            <ac:grpSpMk id="10" creationId="{89FAAFBA-B4AD-3239-9F1F-D88C96C87784}"/>
          </ac:grpSpMkLst>
        </pc:grpChg>
      </pc:sldChg>
      <pc:sldChg chg="addSp delSp modSp mod">
        <pc:chgData name="Nithya Boopathy" userId="39191368d1a284b4" providerId="LiveId" clId="{BE86BC1A-481E-4CB2-9544-D850892D99AF}" dt="2026-01-28T19:05:29.638" v="1036" actId="5793"/>
        <pc:sldMkLst>
          <pc:docMk/>
          <pc:sldMk cId="0" sldId="260"/>
        </pc:sldMkLst>
        <pc:spChg chg="mod">
          <ac:chgData name="Nithya Boopathy" userId="39191368d1a284b4" providerId="LiveId" clId="{BE86BC1A-481E-4CB2-9544-D850892D99AF}" dt="2026-01-27T05:11:28.544" v="115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Nithya Boopathy" userId="39191368d1a284b4" providerId="LiveId" clId="{BE86BC1A-481E-4CB2-9544-D850892D99AF}" dt="2026-01-27T05:12:32.646" v="142" actId="113"/>
          <ac:spMkLst>
            <pc:docMk/>
            <pc:sldMk cId="0" sldId="260"/>
            <ac:spMk id="8" creationId="{00000000-0000-0000-0000-000000000000}"/>
          </ac:spMkLst>
        </pc:spChg>
        <pc:spChg chg="mod">
          <ac:chgData name="Nithya Boopathy" userId="39191368d1a284b4" providerId="LiveId" clId="{BE86BC1A-481E-4CB2-9544-D850892D99AF}" dt="2026-01-27T19:25:22.650" v="832" actId="6549"/>
          <ac:spMkLst>
            <pc:docMk/>
            <pc:sldMk cId="0" sldId="260"/>
            <ac:spMk id="9" creationId="{00000000-0000-0000-0000-000000000000}"/>
          </ac:spMkLst>
        </pc:spChg>
        <pc:spChg chg="add mod">
          <ac:chgData name="Nithya Boopathy" userId="39191368d1a284b4" providerId="LiveId" clId="{BE86BC1A-481E-4CB2-9544-D850892D99AF}" dt="2026-01-28T19:05:29.638" v="1036" actId="5793"/>
          <ac:spMkLst>
            <pc:docMk/>
            <pc:sldMk cId="0" sldId="260"/>
            <ac:spMk id="19" creationId="{1718B357-63AB-90BC-5DDC-6FFF9A67CCD0}"/>
          </ac:spMkLst>
        </pc:spChg>
        <pc:picChg chg="add mod">
          <ac:chgData name="Nithya Boopathy" userId="39191368d1a284b4" providerId="LiveId" clId="{BE86BC1A-481E-4CB2-9544-D850892D99AF}" dt="2026-01-27T05:21:05.481" v="187" actId="14100"/>
          <ac:picMkLst>
            <pc:docMk/>
            <pc:sldMk cId="0" sldId="260"/>
            <ac:picMk id="12" creationId="{4C0A6EB4-24B5-89E9-D511-2A7144337C67}"/>
          </ac:picMkLst>
        </pc:picChg>
      </pc:sldChg>
      <pc:sldChg chg="addSp delSp modSp mod ord">
        <pc:chgData name="Nithya Boopathy" userId="39191368d1a284b4" providerId="LiveId" clId="{BE86BC1A-481E-4CB2-9544-D850892D99AF}" dt="2026-01-30T11:03:36.789" v="1429"/>
        <pc:sldMkLst>
          <pc:docMk/>
          <pc:sldMk cId="0" sldId="261"/>
        </pc:sldMkLst>
        <pc:spChg chg="mod">
          <ac:chgData name="Nithya Boopathy" userId="39191368d1a284b4" providerId="LiveId" clId="{BE86BC1A-481E-4CB2-9544-D850892D99AF}" dt="2026-01-29T19:00:31.352" v="115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Nithya Boopathy" userId="39191368d1a284b4" providerId="LiveId" clId="{BE86BC1A-481E-4CB2-9544-D850892D99AF}" dt="2026-01-27T11:22:44.870" v="532" actId="1076"/>
          <ac:spMkLst>
            <pc:docMk/>
            <pc:sldMk cId="0" sldId="261"/>
            <ac:spMk id="4" creationId="{00000000-0000-0000-0000-000000000000}"/>
          </ac:spMkLst>
        </pc:spChg>
        <pc:spChg chg="add mod">
          <ac:chgData name="Nithya Boopathy" userId="39191368d1a284b4" providerId="LiveId" clId="{BE86BC1A-481E-4CB2-9544-D850892D99AF}" dt="2026-01-29T18:57:57.733" v="1038" actId="1076"/>
          <ac:spMkLst>
            <pc:docMk/>
            <pc:sldMk cId="0" sldId="261"/>
            <ac:spMk id="8" creationId="{8F080A5A-A030-0497-8A69-15EEC4E42C40}"/>
          </ac:spMkLst>
        </pc:spChg>
        <pc:spChg chg="mod">
          <ac:chgData name="Nithya Boopathy" userId="39191368d1a284b4" providerId="LiveId" clId="{BE86BC1A-481E-4CB2-9544-D850892D99AF}" dt="2026-01-27T19:15:27.919" v="732" actId="14100"/>
          <ac:spMkLst>
            <pc:docMk/>
            <pc:sldMk cId="0" sldId="261"/>
            <ac:spMk id="9" creationId="{00000000-0000-0000-0000-000000000000}"/>
          </ac:spMkLst>
        </pc:spChg>
        <pc:spChg chg="add mod">
          <ac:chgData name="Nithya Boopathy" userId="39191368d1a284b4" providerId="LiveId" clId="{BE86BC1A-481E-4CB2-9544-D850892D99AF}" dt="2026-01-29T19:01:08.885" v="1205" actId="20577"/>
          <ac:spMkLst>
            <pc:docMk/>
            <pc:sldMk cId="0" sldId="261"/>
            <ac:spMk id="10" creationId="{3885C4C4-F12A-E38F-CDFD-E9234E991AAC}"/>
          </ac:spMkLst>
        </pc:spChg>
        <pc:spChg chg="add mod">
          <ac:chgData name="Nithya Boopathy" userId="39191368d1a284b4" providerId="LiveId" clId="{BE86BC1A-481E-4CB2-9544-D850892D99AF}" dt="2026-01-27T19:14:35.447" v="722" actId="14100"/>
          <ac:spMkLst>
            <pc:docMk/>
            <pc:sldMk cId="0" sldId="261"/>
            <ac:spMk id="12" creationId="{FA5FDC78-EFEA-766D-1EAB-DA7BAC2C2170}"/>
          </ac:spMkLst>
        </pc:spChg>
      </pc:sldChg>
      <pc:sldChg chg="addSp delSp modSp mod">
        <pc:chgData name="Nithya Boopathy" userId="39191368d1a284b4" providerId="LiveId" clId="{BE86BC1A-481E-4CB2-9544-D850892D99AF}" dt="2026-01-30T11:24:32.997" v="1580"/>
        <pc:sldMkLst>
          <pc:docMk/>
          <pc:sldMk cId="0" sldId="262"/>
        </pc:sldMkLst>
        <pc:spChg chg="mod">
          <ac:chgData name="Nithya Boopathy" userId="39191368d1a284b4" providerId="LiveId" clId="{BE86BC1A-481E-4CB2-9544-D850892D99AF}" dt="2026-01-30T11:15:52.496" v="1483" actId="1076"/>
          <ac:spMkLst>
            <pc:docMk/>
            <pc:sldMk cId="0" sldId="262"/>
            <ac:spMk id="4" creationId="{00000000-0000-0000-0000-000000000000}"/>
          </ac:spMkLst>
        </pc:spChg>
        <pc:spChg chg="add del mod">
          <ac:chgData name="Nithya Boopathy" userId="39191368d1a284b4" providerId="LiveId" clId="{BE86BC1A-481E-4CB2-9544-D850892D99AF}" dt="2026-01-30T11:16:11.329" v="1485" actId="1076"/>
          <ac:spMkLst>
            <pc:docMk/>
            <pc:sldMk cId="0" sldId="262"/>
            <ac:spMk id="8" creationId="{00000000-0000-0000-0000-000000000000}"/>
          </ac:spMkLst>
        </pc:spChg>
        <pc:spChg chg="add del mod">
          <ac:chgData name="Nithya Boopathy" userId="39191368d1a284b4" providerId="LiveId" clId="{BE86BC1A-481E-4CB2-9544-D850892D99AF}" dt="2026-01-30T11:18:35.614" v="1500" actId="5793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Nithya Boopathy" userId="39191368d1a284b4" providerId="LiveId" clId="{BE86BC1A-481E-4CB2-9544-D850892D99AF}" dt="2026-01-30T11:22:52.305" v="1566" actId="14100"/>
          <ac:spMkLst>
            <pc:docMk/>
            <pc:sldMk cId="0" sldId="262"/>
            <ac:spMk id="10" creationId="{7BCCCED1-2E0C-1383-0640-440694FA29CA}"/>
          </ac:spMkLst>
        </pc:spChg>
        <pc:spChg chg="add mod">
          <ac:chgData name="Nithya Boopathy" userId="39191368d1a284b4" providerId="LiveId" clId="{BE86BC1A-481E-4CB2-9544-D850892D99AF}" dt="2026-01-30T11:22:18.792" v="1551" actId="1076"/>
          <ac:spMkLst>
            <pc:docMk/>
            <pc:sldMk cId="0" sldId="262"/>
            <ac:spMk id="11" creationId="{F190BA59-39E5-70B2-7C8D-A4E085C92218}"/>
          </ac:spMkLst>
        </pc:spChg>
        <pc:spChg chg="add del mod">
          <ac:chgData name="Nithya Boopathy" userId="39191368d1a284b4" providerId="LiveId" clId="{BE86BC1A-481E-4CB2-9544-D850892D99AF}" dt="2026-01-30T11:24:32.997" v="1580"/>
          <ac:spMkLst>
            <pc:docMk/>
            <pc:sldMk cId="0" sldId="262"/>
            <ac:spMk id="12" creationId="{3741853D-2A1E-D6D2-2AE1-6E420A84B0E0}"/>
          </ac:spMkLst>
        </pc:spChg>
      </pc:sldChg>
      <pc:sldChg chg="addSp delSp modSp mod">
        <pc:chgData name="Nithya Boopathy" userId="39191368d1a284b4" providerId="LiveId" clId="{BE86BC1A-481E-4CB2-9544-D850892D99AF}" dt="2026-01-30T13:44:06.167" v="1778" actId="20577"/>
        <pc:sldMkLst>
          <pc:docMk/>
          <pc:sldMk cId="0" sldId="263"/>
        </pc:sldMkLst>
        <pc:spChg chg="mod">
          <ac:chgData name="Nithya Boopathy" userId="39191368d1a284b4" providerId="LiveId" clId="{BE86BC1A-481E-4CB2-9544-D850892D99AF}" dt="2026-01-30T13:25:34.034" v="1731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3:43:51.061" v="1773" actId="255"/>
          <ac:spMkLst>
            <pc:docMk/>
            <pc:sldMk cId="0" sldId="263"/>
            <ac:spMk id="8" creationId="{00000000-0000-0000-0000-000000000000}"/>
          </ac:spMkLst>
        </pc:spChg>
        <pc:spChg chg="add del mod">
          <ac:chgData name="Nithya Boopathy" userId="39191368d1a284b4" providerId="LiveId" clId="{BE86BC1A-481E-4CB2-9544-D850892D99AF}" dt="2026-01-30T13:43:58.172" v="1776" actId="20577"/>
          <ac:spMkLst>
            <pc:docMk/>
            <pc:sldMk cId="0" sldId="263"/>
            <ac:spMk id="9" creationId="{00000000-0000-0000-0000-000000000000}"/>
          </ac:spMkLst>
        </pc:spChg>
        <pc:spChg chg="add del mod">
          <ac:chgData name="Nithya Boopathy" userId="39191368d1a284b4" providerId="LiveId" clId="{BE86BC1A-481E-4CB2-9544-D850892D99AF}" dt="2026-01-30T13:44:01.298" v="1777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3:44:06.167" v="1778" actId="20577"/>
          <ac:spMkLst>
            <pc:docMk/>
            <pc:sldMk cId="0" sldId="263"/>
            <ac:spMk id="11" creationId="{00000000-0000-0000-0000-000000000000}"/>
          </ac:spMkLst>
        </pc:spChg>
      </pc:sldChg>
      <pc:sldChg chg="addSp modSp mod">
        <pc:chgData name="Nithya Boopathy" userId="39191368d1a284b4" providerId="LiveId" clId="{BE86BC1A-481E-4CB2-9544-D850892D99AF}" dt="2026-01-30T18:24:22.585" v="2531" actId="20577"/>
        <pc:sldMkLst>
          <pc:docMk/>
          <pc:sldMk cId="0" sldId="264"/>
        </pc:sldMkLst>
        <pc:spChg chg="mod">
          <ac:chgData name="Nithya Boopathy" userId="39191368d1a284b4" providerId="LiveId" clId="{BE86BC1A-481E-4CB2-9544-D850892D99AF}" dt="2026-01-30T14:15:00.597" v="1908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4:21:13.983" v="1929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Nithya Boopathy" userId="39191368d1a284b4" providerId="LiveId" clId="{BE86BC1A-481E-4CB2-9544-D850892D99AF}" dt="2026-01-30T14:20:08.390" v="1919" actId="12"/>
          <ac:spMkLst>
            <pc:docMk/>
            <pc:sldMk cId="0" sldId="264"/>
            <ac:spMk id="9" creationId="{00000000-0000-0000-0000-000000000000}"/>
          </ac:spMkLst>
        </pc:spChg>
        <pc:spChg chg="add mod">
          <ac:chgData name="Nithya Boopathy" userId="39191368d1a284b4" providerId="LiveId" clId="{BE86BC1A-481E-4CB2-9544-D850892D99AF}" dt="2026-01-30T18:24:22.585" v="2531" actId="20577"/>
          <ac:spMkLst>
            <pc:docMk/>
            <pc:sldMk cId="0" sldId="264"/>
            <ac:spMk id="10" creationId="{16D32171-9D53-243D-539D-22CF2209BC2E}"/>
          </ac:spMkLst>
        </pc:spChg>
      </pc:sldChg>
      <pc:sldChg chg="addSp delSp modSp mod">
        <pc:chgData name="Nithya Boopathy" userId="39191368d1a284b4" providerId="LiveId" clId="{BE86BC1A-481E-4CB2-9544-D850892D99AF}" dt="2026-01-30T18:43:03.537" v="2980" actId="20577"/>
        <pc:sldMkLst>
          <pc:docMk/>
          <pc:sldMk cId="0" sldId="265"/>
        </pc:sldMkLst>
        <pc:spChg chg="mod">
          <ac:chgData name="Nithya Boopathy" userId="39191368d1a284b4" providerId="LiveId" clId="{BE86BC1A-481E-4CB2-9544-D850892D99AF}" dt="2026-01-30T18:34:37.419" v="2566" actId="1076"/>
          <ac:spMkLst>
            <pc:docMk/>
            <pc:sldMk cId="0" sldId="265"/>
            <ac:spMk id="8" creationId="{00000000-0000-0000-0000-000000000000}"/>
          </ac:spMkLst>
        </pc:spChg>
        <pc:spChg chg="add del mod">
          <ac:chgData name="Nithya Boopathy" userId="39191368d1a284b4" providerId="LiveId" clId="{BE86BC1A-481E-4CB2-9544-D850892D99AF}" dt="2026-01-30T18:43:03.537" v="2980" actId="20577"/>
          <ac:spMkLst>
            <pc:docMk/>
            <pc:sldMk cId="0" sldId="265"/>
            <ac:spMk id="9" creationId="{DAB5C196-A5FD-3C29-A205-279A4F995A4E}"/>
          </ac:spMkLst>
        </pc:spChg>
      </pc:sldChg>
      <pc:sldChg chg="addSp delSp modSp add mod ord">
        <pc:chgData name="Nithya Boopathy" userId="39191368d1a284b4" providerId="LiveId" clId="{BE86BC1A-481E-4CB2-9544-D850892D99AF}" dt="2026-01-29T19:01:42.407" v="1222" actId="14100"/>
        <pc:sldMkLst>
          <pc:docMk/>
          <pc:sldMk cId="349934030" sldId="266"/>
        </pc:sldMkLst>
        <pc:spChg chg="del mod">
          <ac:chgData name="Nithya Boopathy" userId="39191368d1a284b4" providerId="LiveId" clId="{BE86BC1A-481E-4CB2-9544-D850892D99AF}" dt="2026-01-29T19:01:32.673" v="1220" actId="478"/>
          <ac:spMkLst>
            <pc:docMk/>
            <pc:sldMk cId="349934030" sldId="266"/>
            <ac:spMk id="8" creationId="{9022D622-A0A9-9816-263B-816733A6D667}"/>
          </ac:spMkLst>
        </pc:spChg>
        <pc:spChg chg="del mod">
          <ac:chgData name="Nithya Boopathy" userId="39191368d1a284b4" providerId="LiveId" clId="{BE86BC1A-481E-4CB2-9544-D850892D99AF}" dt="2026-01-29T19:01:23.601" v="1210" actId="478"/>
          <ac:spMkLst>
            <pc:docMk/>
            <pc:sldMk cId="349934030" sldId="266"/>
            <ac:spMk id="9" creationId="{92477BB8-1845-7132-77A0-28902FBA6678}"/>
          </ac:spMkLst>
        </pc:spChg>
        <pc:picChg chg="add mod">
          <ac:chgData name="Nithya Boopathy" userId="39191368d1a284b4" providerId="LiveId" clId="{BE86BC1A-481E-4CB2-9544-D850892D99AF}" dt="2026-01-29T19:01:38.433" v="1221" actId="14100"/>
          <ac:picMkLst>
            <pc:docMk/>
            <pc:sldMk cId="349934030" sldId="266"/>
            <ac:picMk id="11" creationId="{C53FB547-362E-D9B2-EE8F-6B226B39B0F7}"/>
          </ac:picMkLst>
        </pc:picChg>
        <pc:picChg chg="add mod">
          <ac:chgData name="Nithya Boopathy" userId="39191368d1a284b4" providerId="LiveId" clId="{BE86BC1A-481E-4CB2-9544-D850892D99AF}" dt="2026-01-29T19:01:42.407" v="1222" actId="14100"/>
          <ac:picMkLst>
            <pc:docMk/>
            <pc:sldMk cId="349934030" sldId="266"/>
            <ac:picMk id="14" creationId="{F62BB4E2-A164-5A83-56C2-2493677FB98E}"/>
          </ac:picMkLst>
        </pc:picChg>
      </pc:sldChg>
      <pc:sldChg chg="addSp modSp add mod">
        <pc:chgData name="Nithya Boopathy" userId="39191368d1a284b4" providerId="LiveId" clId="{BE86BC1A-481E-4CB2-9544-D850892D99AF}" dt="2026-01-30T11:12:08.220" v="1455" actId="255"/>
        <pc:sldMkLst>
          <pc:docMk/>
          <pc:sldMk cId="3110253021" sldId="267"/>
        </pc:sldMkLst>
        <pc:spChg chg="mod">
          <ac:chgData name="Nithya Boopathy" userId="39191368d1a284b4" providerId="LiveId" clId="{BE86BC1A-481E-4CB2-9544-D850892D99AF}" dt="2026-01-29T19:40:31.278" v="1397" actId="255"/>
          <ac:spMkLst>
            <pc:docMk/>
            <pc:sldMk cId="3110253021" sldId="267"/>
            <ac:spMk id="8" creationId="{BD458923-1C73-5A4D-6B4A-8ED8B2CE3EED}"/>
          </ac:spMkLst>
        </pc:spChg>
        <pc:spChg chg="mod">
          <ac:chgData name="Nithya Boopathy" userId="39191368d1a284b4" providerId="LiveId" clId="{BE86BC1A-481E-4CB2-9544-D850892D99AF}" dt="2026-01-30T11:12:01.066" v="1454" actId="403"/>
          <ac:spMkLst>
            <pc:docMk/>
            <pc:sldMk cId="3110253021" sldId="267"/>
            <ac:spMk id="9" creationId="{4F31F67C-B90C-D32D-77F4-5726EDF99D84}"/>
          </ac:spMkLst>
        </pc:spChg>
        <pc:spChg chg="add mod">
          <ac:chgData name="Nithya Boopathy" userId="39191368d1a284b4" providerId="LiveId" clId="{BE86BC1A-481E-4CB2-9544-D850892D99AF}" dt="2026-01-30T11:11:57.331" v="1453" actId="1076"/>
          <ac:spMkLst>
            <pc:docMk/>
            <pc:sldMk cId="3110253021" sldId="267"/>
            <ac:spMk id="10" creationId="{30617F1E-70C1-3083-1D7D-992EA8395380}"/>
          </ac:spMkLst>
        </pc:spChg>
        <pc:spChg chg="add mod">
          <ac:chgData name="Nithya Boopathy" userId="39191368d1a284b4" providerId="LiveId" clId="{BE86BC1A-481E-4CB2-9544-D850892D99AF}" dt="2026-01-30T11:12:08.220" v="1455" actId="255"/>
          <ac:spMkLst>
            <pc:docMk/>
            <pc:sldMk cId="3110253021" sldId="267"/>
            <ac:spMk id="11" creationId="{997C6F63-F3EF-19EB-B2D7-04930A29BBAB}"/>
          </ac:spMkLst>
        </pc:spChg>
      </pc:sldChg>
      <pc:sldChg chg="addSp modSp add mod ord">
        <pc:chgData name="Nithya Boopathy" userId="39191368d1a284b4" providerId="LiveId" clId="{BE86BC1A-481E-4CB2-9544-D850892D99AF}" dt="2026-01-28T19:03:20.928" v="1029" actId="313"/>
        <pc:sldMkLst>
          <pc:docMk/>
          <pc:sldMk cId="2049680541" sldId="268"/>
        </pc:sldMkLst>
        <pc:spChg chg="mod">
          <ac:chgData name="Nithya Boopathy" userId="39191368d1a284b4" providerId="LiveId" clId="{BE86BC1A-481E-4CB2-9544-D850892D99AF}" dt="2026-01-28T18:58:09.993" v="1010" actId="14100"/>
          <ac:spMkLst>
            <pc:docMk/>
            <pc:sldMk cId="2049680541" sldId="268"/>
            <ac:spMk id="8" creationId="{A5B3017D-4150-DCAE-416A-9E6EC0659D03}"/>
          </ac:spMkLst>
        </pc:spChg>
        <pc:spChg chg="add mod">
          <ac:chgData name="Nithya Boopathy" userId="39191368d1a284b4" providerId="LiveId" clId="{BE86BC1A-481E-4CB2-9544-D850892D99AF}" dt="2026-01-28T19:03:20.928" v="1029" actId="313"/>
          <ac:spMkLst>
            <pc:docMk/>
            <pc:sldMk cId="2049680541" sldId="268"/>
            <ac:spMk id="9" creationId="{7002B6D2-CE49-2424-954F-A138BDD89EEC}"/>
          </ac:spMkLst>
        </pc:spChg>
      </pc:sldChg>
      <pc:sldChg chg="new del">
        <pc:chgData name="Nithya Boopathy" userId="39191368d1a284b4" providerId="LiveId" clId="{BE86BC1A-481E-4CB2-9544-D850892D99AF}" dt="2026-01-30T18:31:11.762" v="2534" actId="2696"/>
        <pc:sldMkLst>
          <pc:docMk/>
          <pc:sldMk cId="2057144720" sldId="269"/>
        </pc:sldMkLst>
      </pc:sldChg>
      <pc:sldChg chg="addSp modSp add mod">
        <pc:chgData name="Nithya Boopathy" userId="39191368d1a284b4" providerId="LiveId" clId="{BE86BC1A-481E-4CB2-9544-D850892D99AF}" dt="2026-01-30T18:46:34.182" v="2984" actId="14100"/>
        <pc:sldMkLst>
          <pc:docMk/>
          <pc:sldMk cId="611949876" sldId="270"/>
        </pc:sldMkLst>
        <pc:picChg chg="add mod">
          <ac:chgData name="Nithya Boopathy" userId="39191368d1a284b4" providerId="LiveId" clId="{BE86BC1A-481E-4CB2-9544-D850892D99AF}" dt="2026-01-30T18:46:34.182" v="2984" actId="14100"/>
          <ac:picMkLst>
            <pc:docMk/>
            <pc:sldMk cId="611949876" sldId="270"/>
            <ac:picMk id="10" creationId="{7F91649F-F1C9-B4DC-CC98-0A6FB39A4346}"/>
          </ac:picMkLst>
        </pc:picChg>
      </pc:sldChg>
      <pc:sldChg chg="add">
        <pc:chgData name="Nithya Boopathy" userId="39191368d1a284b4" providerId="LiveId" clId="{BE86BC1A-481E-4CB2-9544-D850892D99AF}" dt="2026-01-30T18:43:14.404" v="2981" actId="2890"/>
        <pc:sldMkLst>
          <pc:docMk/>
          <pc:sldMk cId="2567347690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robots.txt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4984" y="2565291"/>
            <a:ext cx="17221200" cy="4204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7200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COMPREHENSIVE AUDIT &amp; ANALYSIS FOR EFFECTIVE DIGITAL PRESENCE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91800" y="8947166"/>
            <a:ext cx="8522150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22"/>
              </a:lnSpc>
            </a:pPr>
            <a:r>
              <a:rPr lang="en-US" sz="5873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By Nithya B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521812-E718-5F82-DDD4-11DA55930F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288000" cy="10287001"/>
          </a:xfrm>
          <a:prstGeom prst="rect">
            <a:avLst/>
          </a:prstGeom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84646227-9949-573F-9647-045AE9B44060}"/>
              </a:ext>
            </a:extLst>
          </p:cNvPr>
          <p:cNvSpPr txBox="1"/>
          <p:nvPr/>
        </p:nvSpPr>
        <p:spPr>
          <a:xfrm>
            <a:off x="10972800" y="9535121"/>
            <a:ext cx="1412800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81429" lvl="3" algn="just">
              <a:lnSpc>
                <a:spcPts val="4759"/>
              </a:lnSpc>
            </a:pPr>
            <a:r>
              <a:rPr lang="en-US" sz="3399" b="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I CHOOSE WIPRO COMPANY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545813" y="-335625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371600" y="919444"/>
            <a:ext cx="18211800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9604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ABOUT THE COMPANY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71900" y="3176072"/>
            <a:ext cx="13487400" cy="1862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altLang="en-US" sz="4400" b="1" dirty="0">
                <a:solidFill>
                  <a:schemeClr val="tx2"/>
                </a:solidFill>
                <a:latin typeface="Arial" panose="020B0604020202020204" pitchFamily="34" charset="0"/>
              </a:rPr>
              <a:t>Headquarters:</a:t>
            </a:r>
            <a:r>
              <a:rPr lang="en-US" altLang="en-US" sz="4400" dirty="0">
                <a:solidFill>
                  <a:schemeClr val="tx2"/>
                </a:solidFill>
                <a:latin typeface="Arial" panose="020B0604020202020204" pitchFamily="34" charset="0"/>
              </a:rPr>
              <a:t> Bengaluru, Karnataka, India .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chemeClr val="tx2"/>
                </a:solidFill>
                <a:latin typeface="Cloud"/>
                <a:ea typeface="Cloud"/>
                <a:cs typeface="Cloud"/>
                <a:sym typeface="Cloud"/>
              </a:rPr>
              <a:t>Global presence: </a:t>
            </a:r>
            <a:r>
              <a:rPr lang="en-US" sz="4400" dirty="0">
                <a:solidFill>
                  <a:srgbClr val="002060"/>
                </a:solidFill>
              </a:rPr>
              <a:t>Operations in over 60 countries.</a:t>
            </a:r>
          </a:p>
          <a:p>
            <a:pPr marL="367029" lvl="1" algn="just">
              <a:lnSpc>
                <a:spcPts val="4759"/>
              </a:lnSpc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15255" y="4320810"/>
            <a:ext cx="13487400" cy="4324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Employees: </a:t>
            </a:r>
            <a:r>
              <a:rPr lang="en-US" sz="4400" dirty="0">
                <a:solidFill>
                  <a:srgbClr val="002060"/>
                </a:solidFill>
              </a:rPr>
              <a:t>233,346 (as of March 2025).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rgbClr val="002060"/>
                </a:solidFill>
                <a:latin typeface="Cloud"/>
                <a:ea typeface="Cloud"/>
                <a:cs typeface="Cloud"/>
                <a:sym typeface="Cloud"/>
              </a:rPr>
              <a:t>Leadership: </a:t>
            </a:r>
            <a:r>
              <a:rPr lang="en-US" sz="4400" dirty="0">
                <a:solidFill>
                  <a:srgbClr val="002060"/>
                </a:solidFill>
              </a:rPr>
              <a:t>Rishad Premji (Executive Chairman), Srini Pallia.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4400" b="1" dirty="0">
                <a:solidFill>
                  <a:srgbClr val="002060"/>
                </a:solidFill>
                <a:latin typeface="Cloud"/>
                <a:ea typeface="Cloud"/>
                <a:cs typeface="Cloud"/>
                <a:sym typeface="Cloud"/>
              </a:rPr>
              <a:t>It offers a wide portfolio of solutions including cloud services, cybersecurity, data &amp; analytics, digital transformation, engineering, consulting, and business process outsourcing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C4DD51-0741-5B01-E00C-EB485C1D7B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9359" y="-3941"/>
            <a:ext cx="4434614" cy="10477500"/>
          </a:xfrm>
          <a:prstGeom prst="rect">
            <a:avLst/>
          </a:prstGeom>
        </p:spPr>
      </p:pic>
      <p:sp>
        <p:nvSpPr>
          <p:cNvPr id="18" name="TextBox 9">
            <a:extLst>
              <a:ext uri="{FF2B5EF4-FFF2-40B4-BE49-F238E27FC236}">
                <a16:creationId xmlns:a16="http://schemas.microsoft.com/office/drawing/2014/main" id="{DDFFA55A-CB0E-F30A-C04C-2D7ACA0C2C09}"/>
              </a:ext>
            </a:extLst>
          </p:cNvPr>
          <p:cNvSpPr txBox="1"/>
          <p:nvPr/>
        </p:nvSpPr>
        <p:spPr>
          <a:xfrm>
            <a:off x="3803431" y="2602390"/>
            <a:ext cx="14270490" cy="6170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4400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Founded: 1945 by M.H. </a:t>
            </a:r>
            <a:r>
              <a:rPr lang="en-US" sz="4400" dirty="0">
                <a:solidFill>
                  <a:srgbClr val="002060"/>
                </a:solidFill>
                <a:latin typeface="Cloud"/>
                <a:ea typeface="Cloud"/>
                <a:cs typeface="Cloud"/>
                <a:sym typeface="Cloud"/>
              </a:rPr>
              <a:t>Hasham Premji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  <a:p>
            <a:pPr marL="367029" lvl="1" algn="just">
              <a:lnSpc>
                <a:spcPts val="4759"/>
              </a:lnSpc>
            </a:pPr>
            <a:endParaRPr lang="en-US" sz="4400" dirty="0">
              <a:solidFill>
                <a:srgbClr val="002060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643069" y="2976982"/>
            <a:ext cx="7491245" cy="5035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10000" b="1" dirty="0">
                <a:solidFill>
                  <a:srgbClr val="0C3571"/>
                </a:solidFill>
                <a:latin typeface="Algerian" panose="04020705040A02060702" pitchFamily="82" charset="0"/>
                <a:ea typeface="Anantason Bold"/>
                <a:cs typeface="Anantason Bold"/>
                <a:sym typeface="Anantason Bold"/>
              </a:rPr>
              <a:t>WEBSITE Audit Report</a:t>
            </a: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9FAAFBA-B4AD-3239-9F1F-D88C96C87784}"/>
              </a:ext>
            </a:extLst>
          </p:cNvPr>
          <p:cNvGrpSpPr>
            <a:grpSpLocks noChangeAspect="1"/>
          </p:cNvGrpSpPr>
          <p:nvPr/>
        </p:nvGrpSpPr>
        <p:grpSpPr>
          <a:xfrm>
            <a:off x="76200" y="190500"/>
            <a:ext cx="8549573" cy="9486730"/>
            <a:chOff x="0" y="0"/>
            <a:chExt cx="14840029" cy="1484002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1E048D9-62AA-6C29-65DA-B90EF556E45F}"/>
                </a:ext>
              </a:extLst>
            </p:cNvPr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gradFill rotWithShape="1">
              <a:gsLst>
                <a:gs pos="0">
                  <a:srgbClr val="C6269E">
                    <a:alpha val="100000"/>
                  </a:srgbClr>
                </a:gs>
                <a:gs pos="100000">
                  <a:srgbClr val="7A126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DEFE159-4F02-8D7E-388D-5321341EA250}"/>
                </a:ext>
              </a:extLst>
            </p:cNvPr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D73BFD0-2AFC-2787-F95F-BB16B2B24F09}"/>
                </a:ext>
              </a:extLst>
            </p:cNvPr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25134" r="-2513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862880" y="-3576562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00401" y="169490"/>
            <a:ext cx="14020800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8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Purpose of Audit </a:t>
            </a:r>
            <a:r>
              <a:rPr lang="en-US" sz="9604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1674457"/>
            <a:ext cx="14249400" cy="2477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This audit evaluates </a:t>
            </a:r>
            <a:r>
              <a:rPr lang="en-IN" sz="3400" b="1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performance, SEO, design, accessibility, and content strategy</a:t>
            </a: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to highlight strengths and areas of improvement</a:t>
            </a:r>
            <a:r>
              <a:rPr lang="en-IN" sz="3600" dirty="0">
                <a:latin typeface="Cloud" panose="020B0604020202020204" charset="0"/>
                <a:cs typeface="Cloud" panose="020B0604020202020204" charset="0"/>
              </a:rPr>
              <a:t>.</a:t>
            </a:r>
          </a:p>
          <a:p>
            <a:pPr algn="just">
              <a:lnSpc>
                <a:spcPts val="4759"/>
              </a:lnSpc>
            </a:pPr>
            <a:endParaRPr lang="en-IN" sz="3600" dirty="0">
              <a:solidFill>
                <a:srgbClr val="0C3571"/>
              </a:solidFill>
              <a:latin typeface="Cloud" panose="020B0604020202020204" charset="0"/>
              <a:ea typeface="Cloud"/>
              <a:cs typeface="Cloud" panose="020B0604020202020204" charset="0"/>
              <a:sym typeface="Cloud"/>
            </a:endParaRPr>
          </a:p>
          <a:p>
            <a:pPr algn="just">
              <a:lnSpc>
                <a:spcPts val="4759"/>
              </a:lnSpc>
            </a:pPr>
            <a:r>
              <a:rPr lang="en-IN" sz="4400" dirty="0">
                <a:solidFill>
                  <a:srgbClr val="0C3571"/>
                </a:solidFill>
                <a:latin typeface="Cloud" panose="020B0604020202020204" charset="0"/>
                <a:ea typeface="Cloud"/>
                <a:cs typeface="Cloud" panose="020B0604020202020204" charset="0"/>
                <a:sym typeface="Cloud"/>
              </a:rPr>
              <a:t>      </a:t>
            </a:r>
            <a:r>
              <a:rPr lang="en-IN" sz="4400" b="1" u="sng" dirty="0">
                <a:solidFill>
                  <a:srgbClr val="0C3571"/>
                </a:solidFill>
                <a:latin typeface="Anantason Bold" panose="020B0604020202020204" charset="-34"/>
                <a:ea typeface="Cloud"/>
                <a:cs typeface="Anantason Bold" panose="020B0604020202020204" charset="-34"/>
                <a:sym typeface="Cloud"/>
              </a:rPr>
              <a:t>Design and user experience </a:t>
            </a:r>
            <a:endParaRPr lang="en-IN" sz="3600" b="1" u="sng" dirty="0">
              <a:solidFill>
                <a:srgbClr val="0C3571"/>
              </a:solidFill>
              <a:latin typeface="Anantason Bold" panose="020B0604020202020204" charset="-34"/>
              <a:ea typeface="Cloud"/>
              <a:cs typeface="Anantason Bold" panose="020B0604020202020204" charset="-34"/>
              <a:sym typeface="Clou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0A6EB4-24B5-89E9-D511-2A7144337C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-120296"/>
            <a:ext cx="3428999" cy="10292996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1718B357-63AB-90BC-5DDC-6FFF9A67CCD0}"/>
              </a:ext>
            </a:extLst>
          </p:cNvPr>
          <p:cNvSpPr txBox="1"/>
          <p:nvPr/>
        </p:nvSpPr>
        <p:spPr>
          <a:xfrm>
            <a:off x="3200400" y="4152058"/>
            <a:ext cx="150876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  </a:t>
            </a:r>
            <a:r>
              <a:rPr lang="en-IN" sz="34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strengths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Modern, professional design aligned with brand identity.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Clear navigation and structured menus.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Strong use of visuals and case studies.</a:t>
            </a:r>
          </a:p>
          <a:p>
            <a:pPr algn="just">
              <a:lnSpc>
                <a:spcPts val="4759"/>
              </a:lnSpc>
            </a:pPr>
            <a:endParaRPr lang="en-IN" sz="3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algn="just">
              <a:lnSpc>
                <a:spcPts val="4759"/>
              </a:lnSpc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    </a:t>
            </a:r>
            <a:r>
              <a:rPr lang="en-IN" sz="34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weakness 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Some pages are text-heavy, reducing scan ability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Calls-to-action (CTAs) could be more prominent..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IN" sz="3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285750" indent="-28575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IN" sz="3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285750" indent="-28575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IN" b="1" u="sng" dirty="0">
              <a:latin typeface="Cloud" panose="020B0604020202020204" charset="0"/>
              <a:cs typeface="Cloud" panose="020B0604020202020204" charset="0"/>
            </a:endParaRP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0A78-2A7E-4A66-DD92-F5CC9A56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D0DE0B-0A26-E26A-C9B3-605330AB673B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6C657E-CD81-3F29-B742-A24F11E833DA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8D7B10A-E25B-F0F5-10B0-8A61DC1458A6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AFCDF5E-9075-9C60-7D8A-14C7C51D99ED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82B65BC-B9AD-EDDA-EECD-06E83A1EDBC6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BEEC1F2-4C15-C750-A378-A6A3A69773EE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B3017D-4150-DCAE-416A-9E6EC0659D03}"/>
              </a:ext>
            </a:extLst>
          </p:cNvPr>
          <p:cNvSpPr txBox="1"/>
          <p:nvPr/>
        </p:nvSpPr>
        <p:spPr>
          <a:xfrm>
            <a:off x="990600" y="495301"/>
            <a:ext cx="10439400" cy="63408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44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Recommendations</a:t>
            </a:r>
          </a:p>
          <a:p>
            <a:pPr algn="ctr">
              <a:lnSpc>
                <a:spcPts val="17489"/>
              </a:lnSpc>
            </a:pPr>
            <a:endParaRPr lang="en-IN" sz="4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571500" indent="-571500" algn="ctr">
              <a:lnSpc>
                <a:spcPts val="17489"/>
              </a:lnSpc>
              <a:buFont typeface="Wingdings" panose="05000000000000000000" pitchFamily="2" charset="2"/>
              <a:buChar char="q"/>
            </a:pPr>
            <a:endParaRPr lang="en-US" sz="4400" b="1" u="sng" dirty="0">
              <a:solidFill>
                <a:srgbClr val="0C3571"/>
              </a:solidFill>
              <a:latin typeface="Anantason Bold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02B6D2-CE49-2424-954F-A138BDD89EEC}"/>
              </a:ext>
            </a:extLst>
          </p:cNvPr>
          <p:cNvSpPr txBox="1"/>
          <p:nvPr/>
        </p:nvSpPr>
        <p:spPr>
          <a:xfrm>
            <a:off x="990600" y="2721338"/>
            <a:ext cx="1577340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600" dirty="0">
                <a:solidFill>
                  <a:srgbClr val="002060"/>
                </a:solidFill>
              </a:rPr>
              <a:t>Enhance CTA visibility with contrasting colours.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02060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Simplify text blocks with bullet points.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Improve accessibility with alt-text for all images.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2049680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33400" y="6515099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3400" y="1419220"/>
            <a:ext cx="16230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002060"/>
                </a:solidFill>
                <a:latin typeface="Anantason Bold" panose="020B0604020202020204" charset="-34"/>
                <a:ea typeface="Cloud"/>
                <a:cs typeface="Anantason Bold" panose="020B0604020202020204" charset="-34"/>
                <a:sym typeface="Cloud"/>
              </a:rPr>
              <a:t>The performance score is 70/100 which places it in moderate yellow range</a:t>
            </a:r>
            <a:r>
              <a:rPr lang="en-US" sz="3200" b="1" dirty="0">
                <a:solidFill>
                  <a:srgbClr val="002060"/>
                </a:solidFill>
                <a:latin typeface="Anantason Bold" panose="020B0604020202020204" charset="-34"/>
                <a:ea typeface="Cloud"/>
                <a:cs typeface="Anantason Bold" panose="020B0604020202020204" charset="-34"/>
                <a:sym typeface="Cloud"/>
              </a:rPr>
              <a:t> for a desktop view.</a:t>
            </a:r>
          </a:p>
          <a:p>
            <a:pPr marL="571500" indent="-5715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2060"/>
                </a:solidFill>
                <a:latin typeface="Anantason Bold" panose="020B0604020202020204" charset="-34"/>
                <a:ea typeface="Cloud"/>
                <a:cs typeface="Anantason Bold" panose="020B0604020202020204" charset="-34"/>
                <a:sym typeface="Cloud"/>
              </a:rPr>
              <a:t>For mobile view the score is 43 placing it in the red zone indicating poor performance. </a:t>
            </a:r>
          </a:p>
          <a:p>
            <a:pPr marL="571500" indent="-5715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solidFill>
                  <a:srgbClr val="002060"/>
                </a:solidFill>
                <a:latin typeface="Anantason Bold" panose="020B0604020202020204" charset="-34"/>
                <a:cs typeface="Anantason Bold" panose="020B0604020202020204" charset="-34"/>
              </a:rPr>
              <a:t>Page Speed:</a:t>
            </a:r>
            <a:r>
              <a:rPr lang="en-IN" sz="3200" dirty="0">
                <a:solidFill>
                  <a:srgbClr val="002060"/>
                </a:solidFill>
                <a:latin typeface="Anantason Bold" panose="020B0604020202020204" charset="-34"/>
                <a:cs typeface="Anantason Bold" panose="020B0604020202020204" charset="-34"/>
              </a:rPr>
              <a:t> Homepage loads moderately fast but could be optimized further for mobile users.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FDC78-EFEA-766D-1EAB-DA7BAC2C2170}"/>
              </a:ext>
            </a:extLst>
          </p:cNvPr>
          <p:cNvSpPr txBox="1"/>
          <p:nvPr/>
        </p:nvSpPr>
        <p:spPr>
          <a:xfrm>
            <a:off x="3962400" y="711334"/>
            <a:ext cx="12448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IN" sz="4000" b="1" u="sng" dirty="0">
                <a:solidFill>
                  <a:srgbClr val="0C3571"/>
                </a:solidFill>
                <a:latin typeface="Anantason Bold" panose="020B0604020202020204" charset="-34"/>
                <a:ea typeface="Cloud"/>
                <a:cs typeface="Anantason Bold" panose="020B0604020202020204" charset="-34"/>
                <a:sym typeface="Cloud"/>
              </a:rPr>
              <a:t>Performance Analysis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080A5A-A030-0497-8A69-15EEC4E42C40}"/>
              </a:ext>
            </a:extLst>
          </p:cNvPr>
          <p:cNvSpPr txBox="1"/>
          <p:nvPr/>
        </p:nvSpPr>
        <p:spPr>
          <a:xfrm>
            <a:off x="228600" y="4284290"/>
            <a:ext cx="5949494" cy="171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4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Recommendations</a:t>
            </a:r>
            <a:r>
              <a:rPr lang="en-US" sz="9604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5C4C4-F12A-E38F-CDFD-E9234E991AAC}"/>
              </a:ext>
            </a:extLst>
          </p:cNvPr>
          <p:cNvSpPr txBox="1"/>
          <p:nvPr/>
        </p:nvSpPr>
        <p:spPr>
          <a:xfrm>
            <a:off x="685800" y="6002709"/>
            <a:ext cx="16916400" cy="18312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229100" lvl="8" indent="-5715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</a:rPr>
              <a:t>Minify CSS(cascading style sheets)/JS(Java script files)</a:t>
            </a:r>
          </a:p>
          <a:p>
            <a:pPr marL="4229100" lvl="8" indent="-5715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</a:rPr>
              <a:t>Compress images and leverage next-gen formats (</a:t>
            </a:r>
            <a:r>
              <a:rPr lang="en-IN" sz="3600" dirty="0" err="1">
                <a:solidFill>
                  <a:srgbClr val="002060"/>
                </a:solidFill>
              </a:rPr>
              <a:t>WebP</a:t>
            </a:r>
            <a:r>
              <a:rPr lang="en-IN" sz="3600" dirty="0">
                <a:solidFill>
                  <a:srgbClr val="002060"/>
                </a:solidFill>
              </a:rPr>
              <a:t> /AVIF).</a:t>
            </a:r>
            <a:r>
              <a:rPr lang="en-IN" sz="4400" dirty="0">
                <a:solidFill>
                  <a:srgbClr val="0C3571"/>
                </a:solidFill>
                <a:latin typeface="Cloud" panose="020B0604020202020204" charset="0"/>
                <a:ea typeface="Cloud"/>
                <a:cs typeface="Cloud" panose="020B0604020202020204" charset="0"/>
                <a:sym typeface="Cloud"/>
              </a:rPr>
              <a:t> </a:t>
            </a:r>
          </a:p>
          <a:p>
            <a:pPr marL="4114800" lvl="8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600" dirty="0">
                <a:solidFill>
                  <a:srgbClr val="002060"/>
                </a:solidFill>
              </a:rPr>
              <a:t>Implement better caching and CDN distribution</a:t>
            </a:r>
            <a:r>
              <a:rPr lang="en-IN" sz="36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A139-AC4B-0379-79C2-A64FFF9CA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138553-D4F8-DD8F-E888-626879B34D78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5C2D94C-8F13-DA10-8E99-6B12045F6195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5A4A54F-AFED-9CC5-9D9F-CE3B8FC0FD2B}"/>
              </a:ext>
            </a:extLst>
          </p:cNvPr>
          <p:cNvSpPr/>
          <p:nvPr/>
        </p:nvSpPr>
        <p:spPr>
          <a:xfrm rot="-5002168">
            <a:off x="-1862880" y="-3576562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15A09C-7FCE-75F7-C3A2-31B5A6E55730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05018AF-1C70-5658-9AEE-1E8F442ECFCE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6DA0AE8-6A69-B733-B3F7-D646821DE904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3FB547-362E-D9B2-EE8F-6B226B39B0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01" y="0"/>
            <a:ext cx="9220500" cy="10242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2BB4E2-A164-5A83-56C2-2493677FB9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0"/>
            <a:ext cx="9840053" cy="1024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DC03-5AC6-899D-E3C7-EDF6E746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088481-2704-EA22-1E59-9958E8C43087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24C75F0-1ADC-5879-992B-A702AB4DC466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3799016-02AA-883A-CACB-CCC4883A6800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B3B329B-8FE4-F850-F4F8-C78BABF4220B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570A3CF-10EE-F288-41DE-D505B6C6436A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10324B1-AA26-141E-5E6C-8034BAEC3F7B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D458923-1C73-5A4D-6B4A-8ED8B2CE3EED}"/>
              </a:ext>
            </a:extLst>
          </p:cNvPr>
          <p:cNvSpPr txBox="1"/>
          <p:nvPr/>
        </p:nvSpPr>
        <p:spPr>
          <a:xfrm>
            <a:off x="5040088" y="571500"/>
            <a:ext cx="7304312" cy="149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54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SEO Audit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31F67C-B90C-D32D-77F4-5726EDF99D84}"/>
              </a:ext>
            </a:extLst>
          </p:cNvPr>
          <p:cNvSpPr txBox="1"/>
          <p:nvPr/>
        </p:nvSpPr>
        <p:spPr>
          <a:xfrm>
            <a:off x="914400" y="2039422"/>
            <a:ext cx="16611600" cy="2831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</a:t>
            </a:r>
            <a:r>
              <a:rPr lang="en-IN" sz="4400" u="sng" dirty="0">
                <a:solidFill>
                  <a:srgbClr val="002060"/>
                </a:solidFill>
                <a:latin typeface="Anantason Bold" panose="020B0604020202020204" charset="-34"/>
                <a:cs typeface="Anantason Bold" panose="020B0604020202020204" charset="-34"/>
              </a:rPr>
              <a:t>On-Page SEO:</a:t>
            </a:r>
            <a:endParaRPr lang="en-IN" sz="3200" dirty="0">
              <a:solidFill>
                <a:srgbClr val="00206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Titles and meta descriptions are present but could be more keyword-rich.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Headings (H1/H2) structured well but some pages lack optimized keywords and H1 is absent in 3 pages</a:t>
            </a: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. </a:t>
            </a:r>
            <a:endParaRPr lang="en-US" sz="3200" dirty="0">
              <a:solidFill>
                <a:srgbClr val="002060"/>
              </a:solidFill>
              <a:latin typeface="Cloud" panose="020B0604020202020204" charset="0"/>
              <a:ea typeface="Cloud"/>
              <a:cs typeface="Cloud" panose="020B0604020202020204" charset="0"/>
              <a:sym typeface="Cloud"/>
            </a:endParaRPr>
          </a:p>
          <a:p>
            <a:pPr lvl="1"/>
            <a:endParaRPr lang="en-IN" sz="3200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30617F1E-70C1-3083-1D7D-992EA8395380}"/>
              </a:ext>
            </a:extLst>
          </p:cNvPr>
          <p:cNvSpPr txBox="1"/>
          <p:nvPr/>
        </p:nvSpPr>
        <p:spPr>
          <a:xfrm>
            <a:off x="-3114675" y="4551434"/>
            <a:ext cx="12039600" cy="1458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4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Technical audit 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97C6F63-F3EF-19EB-B2D7-04930A29BBAB}"/>
              </a:ext>
            </a:extLst>
          </p:cNvPr>
          <p:cNvSpPr txBox="1"/>
          <p:nvPr/>
        </p:nvSpPr>
        <p:spPr>
          <a:xfrm>
            <a:off x="914400" y="6275040"/>
            <a:ext cx="1426538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HTTPS enforced across the site.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600" dirty="0" err="1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XMLsitemap</a:t>
            </a: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and </a:t>
            </a:r>
            <a:r>
              <a:rPr lang="en-IN" sz="3600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robots.txt</a:t>
            </a: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are correctly implemented.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Mobile-friendly design verified.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  <p:extLst>
      <p:ext uri="{BB962C8B-B14F-4D97-AF65-F5344CB8AC3E}">
        <p14:creationId xmlns:p14="http://schemas.microsoft.com/office/powerpoint/2010/main" val="3110253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046166" y="-3711730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3425" y="226732"/>
            <a:ext cx="4343399" cy="1473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800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Off page </a:t>
            </a:r>
            <a:r>
              <a:rPr lang="en-US" sz="4800" u="sng" dirty="0" err="1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seo</a:t>
            </a:r>
            <a:r>
              <a:rPr lang="en-US" sz="4800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1866900"/>
            <a:ext cx="14311312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Strong domain authority due to brand recognition.</a:t>
            </a:r>
          </a:p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Backlink profile is robust but could expand with thought-leadership content.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7BCCCED1-2E0C-1383-0640-440694FA29CA}"/>
              </a:ext>
            </a:extLst>
          </p:cNvPr>
          <p:cNvSpPr txBox="1"/>
          <p:nvPr/>
        </p:nvSpPr>
        <p:spPr>
          <a:xfrm>
            <a:off x="914399" y="3946261"/>
            <a:ext cx="6518730" cy="1473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800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Recommendations 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F190BA59-39E5-70B2-7C8D-A4E085C92218}"/>
              </a:ext>
            </a:extLst>
          </p:cNvPr>
          <p:cNvSpPr txBox="1"/>
          <p:nvPr/>
        </p:nvSpPr>
        <p:spPr>
          <a:xfrm>
            <a:off x="599509" y="5569340"/>
            <a:ext cx="14311312" cy="2123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Optimize meta tags with industry-specific keywords.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Improve internal linking for deeper pages.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Expand blog content for long-tail keyword targeting</a:t>
            </a:r>
            <a:r>
              <a:rPr lang="en-IN" dirty="0">
                <a:solidFill>
                  <a:srgbClr val="002060"/>
                </a:solidFill>
              </a:rPr>
              <a:t>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9600" y="-14366"/>
            <a:ext cx="4303759" cy="1458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US" sz="4400" b="1" u="sng" dirty="0">
                <a:solidFill>
                  <a:srgbClr val="0C3571"/>
                </a:solidFill>
                <a:latin typeface="Cloud" panose="020B0604020202020204" charset="0"/>
                <a:ea typeface="Anantason Bold"/>
                <a:cs typeface="Cloud" panose="020B0604020202020204" charset="0"/>
                <a:sym typeface="Anantason Bold"/>
              </a:rPr>
              <a:t>Content strategy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600" y="1664807"/>
            <a:ext cx="1706880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ts val="4759"/>
              </a:lnSpc>
            </a:pPr>
            <a:r>
              <a:rPr lang="en-IN" sz="3600" dirty="0">
                <a:latin typeface="Cloud" panose="020B0604020202020204" charset="0"/>
                <a:cs typeface="Cloud" panose="020B0604020202020204" charset="0"/>
              </a:rPr>
              <a:t>     </a:t>
            </a:r>
            <a:r>
              <a:rPr lang="en-IN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Strengths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Strong emphasis on AI, consulting, and innovation.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Case studies and reports add credibility.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2000" y="3408454"/>
            <a:ext cx="14417789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US" sz="3600" b="1" u="sng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Weakness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Blog/news section could be more frequently updated.</a:t>
            </a:r>
          </a:p>
          <a:p>
            <a:pPr marL="824229" lvl="1" indent="-45720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Limited interactive content (videos, infographics).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000" y="5582947"/>
            <a:ext cx="16230600" cy="56015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IN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Recommendations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400" dirty="0">
                <a:latin typeface="Cloud" panose="020B0604020202020204" charset="0"/>
                <a:cs typeface="Cloud" panose="020B0604020202020204" charset="0"/>
              </a:rPr>
              <a:t> </a:t>
            </a: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Increase publishing frequency of thought-leadership articles.</a:t>
            </a:r>
          </a:p>
          <a:p>
            <a:pPr lvl="1"/>
            <a:endParaRPr lang="en-IN" sz="3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Add multimedia content for engagement.</a:t>
            </a:r>
          </a:p>
          <a:p>
            <a:pPr lvl="1"/>
            <a:endParaRPr lang="en-IN" sz="34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34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Localize content for regional audiences.</a:t>
            </a:r>
          </a:p>
          <a:p>
            <a:br>
              <a:rPr lang="en-IN" dirty="0">
                <a:solidFill>
                  <a:srgbClr val="002060"/>
                </a:solidFill>
              </a:rPr>
            </a:br>
            <a:endParaRPr lang="en-IN" sz="1600" dirty="0">
              <a:solidFill>
                <a:srgbClr val="002060"/>
              </a:solidFill>
            </a:endParaRPr>
          </a:p>
          <a:p>
            <a:pPr marL="652779" lvl="1" indent="-285750" algn="just">
              <a:lnSpc>
                <a:spcPts val="4759"/>
              </a:lnSpc>
              <a:buFont typeface="Wingdings" panose="05000000000000000000" pitchFamily="2" charset="2"/>
              <a:buChar char="q"/>
            </a:pPr>
            <a:endParaRPr lang="en-IN" dirty="0">
              <a:latin typeface="Cloud" panose="020B0604020202020204" charset="0"/>
              <a:cs typeface="Cloud" panose="020B0604020202020204" charset="0"/>
            </a:endParaRPr>
          </a:p>
          <a:p>
            <a:pPr marL="367029" lvl="1" algn="just">
              <a:lnSpc>
                <a:spcPts val="4759"/>
              </a:lnSpc>
            </a:pPr>
            <a:endParaRPr lang="en-US" sz="3399" dirty="0">
              <a:solidFill>
                <a:srgbClr val="0C3571"/>
              </a:solidFill>
              <a:latin typeface="Cloud"/>
              <a:ea typeface="Cloud"/>
              <a:cs typeface="Cloud"/>
              <a:sym typeface="Clou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744468" y="-4041736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flipH="1">
            <a:off x="0" y="342900"/>
            <a:ext cx="4800600" cy="10310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46"/>
              </a:lnSpc>
            </a:pPr>
            <a:r>
              <a:rPr lang="en-IN" sz="3600" b="1" u="sng" dirty="0">
                <a:solidFill>
                  <a:srgbClr val="002060"/>
                </a:solidFill>
                <a:latin typeface="Algerian" panose="04020705040A02060702" pitchFamily="82" charset="0"/>
              </a:rPr>
              <a:t>Recommendations  to align with traditional vs </a:t>
            </a:r>
          </a:p>
          <a:p>
            <a:pPr algn="ctr">
              <a:lnSpc>
                <a:spcPts val="13446"/>
              </a:lnSpc>
            </a:pPr>
            <a:r>
              <a:rPr lang="en-IN" sz="3600" b="1" u="sng" dirty="0">
                <a:solidFill>
                  <a:srgbClr val="002060"/>
                </a:solidFill>
                <a:latin typeface="Algerian" panose="04020705040A02060702" pitchFamily="82" charset="0"/>
              </a:rPr>
              <a:t>digital marketing goals</a:t>
            </a:r>
            <a:r>
              <a:rPr lang="en-IN" sz="3600" dirty="0">
                <a:latin typeface="Algerian" panose="04020705040A02060702" pitchFamily="82" charset="0"/>
              </a:rPr>
              <a:t>.</a:t>
            </a:r>
          </a:p>
          <a:p>
            <a:pPr algn="ctr">
              <a:lnSpc>
                <a:spcPts val="13446"/>
              </a:lnSpc>
            </a:pPr>
            <a:endParaRPr lang="en-US" sz="9604" b="1" dirty="0">
              <a:solidFill>
                <a:srgbClr val="0C3571"/>
              </a:solidFill>
              <a:latin typeface="Anantason Bold"/>
              <a:ea typeface="Anantason Bold"/>
              <a:cs typeface="Anantason Bold"/>
              <a:sym typeface="Anantas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7800" y="3139563"/>
            <a:ext cx="1336697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C3571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32171-9D53-243D-539D-22CF2209BC2E}"/>
              </a:ext>
            </a:extLst>
          </p:cNvPr>
          <p:cNvSpPr txBox="1"/>
          <p:nvPr/>
        </p:nvSpPr>
        <p:spPr>
          <a:xfrm>
            <a:off x="5105400" y="952501"/>
            <a:ext cx="12572999" cy="1046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67029" lvl="1" algn="just">
              <a:lnSpc>
                <a:spcPts val="4759"/>
              </a:lnSpc>
            </a:pPr>
            <a:r>
              <a:rPr lang="en-IN" sz="3600" b="1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 </a:t>
            </a:r>
            <a:r>
              <a:rPr lang="en-IN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1) Integrated Brand message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Ensure slogans, visuals, and tone are same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across both offline and online channels</a:t>
            </a:r>
            <a:r>
              <a:rPr lang="en-US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.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2) Connect the online &amp; offline gap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We need to create brand awareness in offline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medias sharing QR codes &amp; </a:t>
            </a:r>
            <a:r>
              <a:rPr lang="en-US" sz="3600" dirty="0" err="1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url’s</a:t>
            </a: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so that it impacts the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Digital engagement and conversion ratio.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3)</a:t>
            </a:r>
            <a:r>
              <a:rPr lang="en-US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Customer loyalty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Blend physical events with digital follow-ups by using emails &amp; retargeting ads so that customers attend it. 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4) </a:t>
            </a:r>
            <a:r>
              <a:rPr lang="en-US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Campaign launch</a:t>
            </a:r>
          </a:p>
          <a:p>
            <a:pPr marL="367029" lvl="1" algn="just">
              <a:lnSpc>
                <a:spcPts val="4759"/>
              </a:lnSpc>
            </a:pPr>
            <a:r>
              <a:rPr lang="en-US" sz="3600" b="1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Launch campaigns offline which makes the customers curious and deepen their engagement in online presence. </a:t>
            </a:r>
            <a:endParaRPr lang="en-US" sz="3600" b="1" u="sng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367029" lvl="1" algn="just">
              <a:lnSpc>
                <a:spcPts val="4759"/>
              </a:lnSpc>
            </a:pPr>
            <a:endParaRPr lang="en-US" sz="3600" b="1" u="sng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367029" lvl="1" algn="just">
              <a:lnSpc>
                <a:spcPts val="4759"/>
              </a:lnSpc>
            </a:pPr>
            <a:endParaRPr lang="en-US" sz="36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367029" lvl="1" algn="just">
              <a:lnSpc>
                <a:spcPts val="4759"/>
              </a:lnSpc>
            </a:pPr>
            <a:r>
              <a:rPr lang="en-US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</a:t>
            </a:r>
            <a:endParaRPr lang="en-IN" sz="3600" b="1" u="sng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  <a:p>
            <a:pPr marL="367029" lvl="1" algn="just">
              <a:lnSpc>
                <a:spcPts val="4759"/>
              </a:lnSpc>
            </a:pPr>
            <a:r>
              <a:rPr lang="en-IN" sz="3600" b="1" u="sng" dirty="0">
                <a:solidFill>
                  <a:srgbClr val="002060"/>
                </a:solidFill>
                <a:latin typeface="Cloud" panose="020B0604020202020204" charset="0"/>
                <a:cs typeface="Cloud" panose="020B0604020202020204" charset="0"/>
              </a:rPr>
              <a:t>  </a:t>
            </a:r>
            <a:endParaRPr lang="en-IN" sz="3400" b="1" u="sng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2600" y="-357188"/>
            <a:ext cx="5425050" cy="1852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4400" b="1" u="sng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Website creation 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AB5C196-A5FD-3C29-A205-279A4F995A4E}"/>
              </a:ext>
            </a:extLst>
          </p:cNvPr>
          <p:cNvSpPr txBox="1"/>
          <p:nvPr/>
        </p:nvSpPr>
        <p:spPr>
          <a:xfrm>
            <a:off x="381000" y="1700212"/>
            <a:ext cx="14311312" cy="35390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3399" dirty="0">
                <a:solidFill>
                  <a:srgbClr val="0C3571"/>
                </a:solidFill>
                <a:latin typeface="Cloud"/>
                <a:cs typeface="Cloud"/>
                <a:sym typeface="Cloud"/>
              </a:rPr>
              <a:t> I created a simple E-commerce website for a clothing store with a brand name Nithya’s boutique. My </a:t>
            </a:r>
            <a:r>
              <a:rPr lang="en-US" sz="3399" dirty="0" err="1">
                <a:solidFill>
                  <a:srgbClr val="0C3571"/>
                </a:solidFill>
                <a:latin typeface="Cloud"/>
                <a:cs typeface="Cloud"/>
                <a:sym typeface="Cloud"/>
              </a:rPr>
              <a:t>url</a:t>
            </a:r>
            <a:r>
              <a:rPr lang="en-US" sz="3399" dirty="0">
                <a:solidFill>
                  <a:srgbClr val="0C3571"/>
                </a:solidFill>
                <a:latin typeface="Cloud"/>
                <a:cs typeface="Cloud"/>
                <a:sym typeface="Cloud"/>
              </a:rPr>
              <a:t> for the site is </a:t>
            </a:r>
            <a:r>
              <a:rPr lang="en-US" sz="3399" dirty="0">
                <a:solidFill>
                  <a:srgbClr val="C00000"/>
                </a:solidFill>
                <a:latin typeface="Cloud"/>
                <a:cs typeface="Cloud"/>
                <a:sym typeface="Cloud"/>
              </a:rPr>
              <a:t>https://ntyacool23.wixsite.com/kanchisarees</a:t>
            </a:r>
            <a:endParaRPr lang="en-IN" sz="3200" dirty="0">
              <a:solidFill>
                <a:srgbClr val="C00000"/>
              </a:solidFill>
              <a:latin typeface="Cloud"/>
              <a:cs typeface="Cloud"/>
              <a:sym typeface="Cloud"/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C3571"/>
                </a:solidFill>
                <a:latin typeface="Cloud"/>
                <a:cs typeface="Cloud"/>
                <a:sym typeface="Cloud"/>
              </a:rPr>
              <a:t>The site contains a basic home page , about ,gallery, contact ,shop and blog pages under the more option.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IN" sz="3200" dirty="0">
                <a:solidFill>
                  <a:srgbClr val="0C3571"/>
                </a:solidFill>
                <a:latin typeface="Cloud"/>
                <a:cs typeface="Cloud"/>
                <a:sym typeface="Cloud"/>
              </a:rPr>
              <a:t>I concentrated on selling two products the Kanchi silk and organza sarees in by website. </a:t>
            </a:r>
            <a:endParaRPr lang="en-IN" sz="3200" dirty="0">
              <a:solidFill>
                <a:srgbClr val="002060"/>
              </a:solidFill>
              <a:latin typeface="Cloud" panose="020B0604020202020204" charset="0"/>
              <a:cs typeface="Cloud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DA781-B420-8A78-2CB2-D6E62A19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64464D-9A88-4771-BABE-6D93B7AEF4B2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2393624-9BE2-4DE8-E91A-CBCD8D69BA51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37BB31E-880B-B14C-CF32-AEAA497E9686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72D8473-6B9E-A75A-8914-75E56F643A21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EFE3CC-C6B3-2E80-ED07-89A07442C463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249E1E1-B99A-8C76-2E29-21BA6CEDF49B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05B5434-20EE-D359-6963-CC78B3B9741B}"/>
              </a:ext>
            </a:extLst>
          </p:cNvPr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91649F-F1C9-B4DC-CC98-0A6FB39A43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400" y="-571500"/>
            <a:ext cx="18821400" cy="1085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49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F822-A858-DB85-8510-AD4FE386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74D36D-81D3-E473-9327-9B880A41DEB7}"/>
              </a:ext>
            </a:extLst>
          </p:cNvPr>
          <p:cNvSpPr/>
          <p:nvPr/>
        </p:nvSpPr>
        <p:spPr>
          <a:xfrm>
            <a:off x="-624614" y="6515100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0" y="0"/>
                </a:moveTo>
                <a:lnTo>
                  <a:pt x="7059478" y="0"/>
                </a:lnTo>
                <a:lnTo>
                  <a:pt x="7059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36EBA8-C212-9600-0CD0-A678C08867F3}"/>
              </a:ext>
            </a:extLst>
          </p:cNvPr>
          <p:cNvSpPr/>
          <p:nvPr/>
        </p:nvSpPr>
        <p:spPr>
          <a:xfrm flipH="1" flipV="1">
            <a:off x="11924574" y="-357188"/>
            <a:ext cx="7059478" cy="4114800"/>
          </a:xfrm>
          <a:custGeom>
            <a:avLst/>
            <a:gdLst/>
            <a:ahLst/>
            <a:cxnLst/>
            <a:rect l="l" t="t" r="r" b="b"/>
            <a:pathLst>
              <a:path w="7059478" h="4114800">
                <a:moveTo>
                  <a:pt x="7059477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7059477" y="0"/>
                </a:lnTo>
                <a:lnTo>
                  <a:pt x="7059477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0765E94-07EE-B3B3-A6D4-E2FE4A88F1C1}"/>
              </a:ext>
            </a:extLst>
          </p:cNvPr>
          <p:cNvSpPr/>
          <p:nvPr/>
        </p:nvSpPr>
        <p:spPr>
          <a:xfrm rot="-5002168">
            <a:off x="-1222246" y="-3356253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4B9E6FA-C3D2-5EFC-8DA1-5C085400EE55}"/>
              </a:ext>
            </a:extLst>
          </p:cNvPr>
          <p:cNvSpPr/>
          <p:nvPr/>
        </p:nvSpPr>
        <p:spPr>
          <a:xfrm rot="-5002168" flipH="1" flipV="1">
            <a:off x="14265687" y="7630834"/>
            <a:ext cx="5987226" cy="5998131"/>
          </a:xfrm>
          <a:custGeom>
            <a:avLst/>
            <a:gdLst/>
            <a:ahLst/>
            <a:cxnLst/>
            <a:rect l="l" t="t" r="r" b="b"/>
            <a:pathLst>
              <a:path w="5987226" h="5998131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D1BA7D0-A5FD-1A07-CE6B-5091BE860918}"/>
              </a:ext>
            </a:extLst>
          </p:cNvPr>
          <p:cNvSpPr/>
          <p:nvPr/>
        </p:nvSpPr>
        <p:spPr>
          <a:xfrm rot="7488824">
            <a:off x="-221065" y="7727724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4FDE3D8-8D47-D0EF-0580-19D4207C1CD6}"/>
              </a:ext>
            </a:extLst>
          </p:cNvPr>
          <p:cNvSpPr/>
          <p:nvPr/>
        </p:nvSpPr>
        <p:spPr>
          <a:xfrm rot="7488824">
            <a:off x="17178162" y="-1873476"/>
            <a:ext cx="3071030" cy="5804353"/>
          </a:xfrm>
          <a:custGeom>
            <a:avLst/>
            <a:gdLst/>
            <a:ahLst/>
            <a:cxnLst/>
            <a:rect l="l" t="t" r="r" b="b"/>
            <a:pathLst>
              <a:path w="3071030" h="5804353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6CF927B-C831-52E3-9E0C-D0D67AB5ADC0}"/>
              </a:ext>
            </a:extLst>
          </p:cNvPr>
          <p:cNvSpPr txBox="1"/>
          <p:nvPr/>
        </p:nvSpPr>
        <p:spPr>
          <a:xfrm>
            <a:off x="2634754" y="3963894"/>
            <a:ext cx="13018493" cy="213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 b="1" dirty="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6734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3897</TotalTime>
  <Words>648</Words>
  <Application>Microsoft Office PowerPoint</Application>
  <PresentationFormat>Custom</PresentationFormat>
  <Paragraphs>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Wingdings</vt:lpstr>
      <vt:lpstr>Algerian</vt:lpstr>
      <vt:lpstr>Anantason Bold</vt:lpstr>
      <vt:lpstr>Cloud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Futuristic Presentation</dc:title>
  <dc:creator>Nithya</dc:creator>
  <cp:lastModifiedBy>Nithya Boopathy</cp:lastModifiedBy>
  <cp:revision>2</cp:revision>
  <dcterms:created xsi:type="dcterms:W3CDTF">2006-08-16T00:00:00Z</dcterms:created>
  <dcterms:modified xsi:type="dcterms:W3CDTF">2026-01-30T18:46:52Z</dcterms:modified>
  <dc:identifier>DAG_grlyPUQ</dc:identifier>
</cp:coreProperties>
</file>